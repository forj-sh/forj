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STARTUP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 STACK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incorporation to production infrastructure in minutes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0" y="914400"/>
            <a:ext cx="2377440" cy="86868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0" y="91440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11556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40880" y="1051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Atlas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0" y="1371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C-Corp Registration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2377440" cy="86868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011680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21284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2148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040880" y="2468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Deploy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3108960"/>
            <a:ext cx="2377440" cy="86868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3108960"/>
            <a:ext cx="54864" cy="8686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31012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04088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Agent (DE)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178040" y="1856232"/>
            <a:ext cx="201168" cy="201168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78040" y="2953512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Dewar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FOUNDER'S DAY-ONE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incorporating, founders face 2-3 days of repetitive infrastructure setup before writing a single line of product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463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" y="2011680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(Delaware C-Corp)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528" y="246888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148840" y="1828800"/>
            <a:ext cx="1463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48840" y="182880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1"/>
          <p:cNvSpPr/>
          <p:nvPr/>
        </p:nvSpPr>
        <p:spPr>
          <a:xfrm>
            <a:off x="2679192" y="201168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267919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24028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DNS Setup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24028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468880"/>
            <a:ext cx="182880" cy="182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3840480" y="1828800"/>
            <a:ext cx="1463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40480" y="182880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Shape 17"/>
          <p:cNvSpPr/>
          <p:nvPr/>
        </p:nvSpPr>
        <p:spPr>
          <a:xfrm>
            <a:off x="4370832" y="201168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8"/>
          <p:cNvSpPr/>
          <p:nvPr/>
        </p:nvSpPr>
        <p:spPr>
          <a:xfrm>
            <a:off x="437083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39319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Org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Repos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93192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</a:t>
            </a:r>
            <a:endParaRPr lang="en-US" sz="1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468880"/>
            <a:ext cx="182880" cy="18288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532120" y="1828800"/>
            <a:ext cx="1463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532120" y="182880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Shape 23"/>
          <p:cNvSpPr/>
          <p:nvPr/>
        </p:nvSpPr>
        <p:spPr>
          <a:xfrm>
            <a:off x="6062472" y="201168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9" name="Text 24"/>
          <p:cNvSpPr/>
          <p:nvPr/>
        </p:nvSpPr>
        <p:spPr>
          <a:xfrm>
            <a:off x="606247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562356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Email DNS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62356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468880"/>
            <a:ext cx="182880" cy="18288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223760" y="1828800"/>
            <a:ext cx="1463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223760" y="1828800"/>
            <a:ext cx="14630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Shape 29"/>
          <p:cNvSpPr/>
          <p:nvPr/>
        </p:nvSpPr>
        <p:spPr>
          <a:xfrm>
            <a:off x="7754112" y="2011680"/>
            <a:ext cx="402336" cy="40233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0"/>
          <p:cNvSpPr/>
          <p:nvPr/>
        </p:nvSpPr>
        <p:spPr>
          <a:xfrm>
            <a:off x="775411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731520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Platform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(Vercel/Railway)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731520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2-3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57200" y="3657600"/>
            <a:ext cx="146304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4"/>
          <p:cNvSpPr/>
          <p:nvPr/>
        </p:nvSpPr>
        <p:spPr>
          <a:xfrm>
            <a:off x="457200" y="3657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ATLAS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2148840" y="3657600"/>
            <a:ext cx="653796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36"/>
          <p:cNvSpPr/>
          <p:nvPr/>
        </p:nvSpPr>
        <p:spPr>
          <a:xfrm>
            <a:off x="2148840" y="3657600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  —  ALL OF THIS IN 2 MINUTES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Atlas gets founders incorporated. Forj gets them building.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INFRASTRUCTURE HANDOFF CHAIN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468880" cy="338328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46888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ATLAS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C-Corp filing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(Tax ID)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 setup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051560"/>
            <a:ext cx="2468880" cy="338328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051560"/>
            <a:ext cx="246888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2801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6908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06908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66160" y="2057400"/>
            <a:ext cx="1920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registration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org + repos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DNS zone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MX/SPF/DKIM/DMARC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Vercel/Railway deploy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051560"/>
            <a:ext cx="2560320" cy="338328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05156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12344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AGENT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90372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0" y="2057400"/>
            <a:ext cx="2011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agent service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 filing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mail forwarding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</a:t>
            </a:r>
            <a:endParaRPr lang="en-US" sz="1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2560320"/>
            <a:ext cx="256032" cy="256032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560320"/>
            <a:ext cx="256032" cy="25603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18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 →  Deploy Infrastructure  →  Stay Compliant  →  BUILD PRODUCT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FORJ AS ACQUISITION CHANNEL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Forj user is a newly incorporated Delaware company that needs a registered agent. The infrastructure tool becomes the top of the funnel.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45720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Atlas incorporates ~10K+ companies/yr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377440"/>
            <a:ext cx="384048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774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 captures post-incorporation infrastructure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063240"/>
            <a:ext cx="310896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063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agent upsell at point of need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3749040"/>
            <a:ext cx="23774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compliance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0" y="155448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78308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0936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Timing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need an agent the moment they incorporate. Forj catches them right at that handoff.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269748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9260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0936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CAC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30936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acquisition. Infrastructure tool IS the lead gen — they come to Forj to deploy, leave with an agent.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669280" y="3840480"/>
            <a:ext cx="30175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406908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3931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Conversion Signal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0936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Forj user has a Delaware C-Corp. They legally need a registered agent. It's not optional.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REGISTERED AGENT PLAY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NPS incumbents. Legally required service. High retention. Perfect for disruption.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PROBLEMS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UX — most agents use 1990s-era web portals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fees and aggressive upselling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times for legal mail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 with modern startup tools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hate dealing with them (low NPS)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 AGENT ADVANTAGE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0574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acquisition — every Forj user needs 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AI-driven UX from day 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Delaware-only focus = low operational complexity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with infrastructure at onboarding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pricing, no hidden fees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54864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 ECONOMICS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25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$50-150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Fee / 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registered agent pricing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Acq. Cost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240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 through Forj infra tool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260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63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95%+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required, high switching cost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26080"/>
            <a:ext cx="54864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632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$12-15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Margin / Year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Namecheap wholesale → customer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REVENUE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revenue streams compound as each founder moves through the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68580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Agent (DE)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$50-150/yr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566928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94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Forj Pro / Agent Tier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$49-199/yr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50292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71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Reseller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5216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~20%/seat/yr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5216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(V3)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274320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Reseller Margin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$3-5/yr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4023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7863840" cy="6400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438912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389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registered agent is the anchor revenue. Everything else compounds on top. Delaware-only keeps ops simple while validating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SEQUENCE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29184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1234440"/>
            <a:ext cx="7315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2194560" y="1234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SHIP FORJ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CLI on npm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Atlas handoff flow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projects provisioned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HN + dev Twitter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423160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37560" y="1051560"/>
            <a:ext cx="2651760" cy="329184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05156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5074920" y="1234440"/>
            <a:ext cx="7315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5074920" y="1234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56616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AGENT SERVICE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16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registered agent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at Forj checkout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UX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23160"/>
            <a:ext cx="201168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7920" y="1051560"/>
            <a:ext cx="2651760" cy="3291840"/>
          </a:xfrm>
          <a:prstGeom prst="rect">
            <a:avLst/>
          </a:prstGeom>
          <a:solidFill>
            <a:srgbClr val="162234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6"/>
          <p:cNvSpPr/>
          <p:nvPr/>
        </p:nvSpPr>
        <p:spPr>
          <a:xfrm>
            <a:off x="7955280" y="1234440"/>
            <a:ext cx="73152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7"/>
          <p:cNvSpPr/>
          <p:nvPr/>
        </p:nvSpPr>
        <p:spPr>
          <a:xfrm>
            <a:off x="7955280" y="1234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644652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EXPAND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44652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reseller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Multi-state agent coverage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partnerships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dashboard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infrastructure tool. Capture the founders. Monetize with the agent service.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Forj: Startup Infrastructure Pipeline</dc:title>
  <dc:subject>PptxGenJS Presentation</dc:subject>
  <dc:creator>Daniel Dewar</dc:creator>
  <cp:lastModifiedBy>Daniel Dewar</cp:lastModifiedBy>
  <cp:revision>1</cp:revision>
  <dcterms:created xsi:type="dcterms:W3CDTF">2026-03-13T18:15:24Z</dcterms:created>
  <dcterms:modified xsi:type="dcterms:W3CDTF">2026-03-13T18:15:24Z</dcterms:modified>
</cp:coreProperties>
</file>